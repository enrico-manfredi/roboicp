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3791-B8D1-4BF4-A86E-B0564E25C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A42E1-3919-46CD-B021-DEE10BEED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7D501-FC7D-414C-94B4-AFAB3337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842B5-366D-4BE6-BFB2-9ABA9412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54217-73E9-4B21-AB23-480DC949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74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5E69-7CCD-4354-9403-EF5E5A0C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A50F-3878-4617-9AAC-EFD513210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7336D-0622-4AFA-B27C-667E2D48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C0230-B02E-42A7-9E97-B9AB7C61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5C1A-76DB-46F1-A6DB-1C570CE7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06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D718-733A-49ED-A149-9199584AC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B9193-FCD1-4F23-B762-28317FDC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5EBB-615A-4CF2-87D9-04632EEC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301C-BB03-452E-A90A-1AEA8808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CD852-B0B8-41F9-A195-7BE203D8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359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5C5F-3A21-451F-8630-ABB07A6F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C730-9143-4B78-9B61-141AEF07D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E0564-9DDE-4954-990D-C89FF79A0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7EC3B-D5F8-47EB-BBBC-F2C41422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33D6C-70F3-431B-806C-7F0622DF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A625D-36D7-4C95-AE40-AE665643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2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A011-0BFF-4378-94E5-325F6128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71B8F-D2A4-4707-AD0F-670A3C02B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00D0A-94D6-4C4D-8E00-B85CD8214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ED789D-F5AE-482C-8FAB-5D4735BD0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B0099-B8C8-46A2-B92D-F68D60F82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24341-0491-41CC-A7B9-F8A4BF2ED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A9CF7-F181-4DD9-A10A-6A4AAC99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45072-638C-4728-9EE2-CAC0B45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23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5D944-7A23-45C4-8409-8D3CB8B68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BD9E6-486F-4DCF-9D50-E253A7D4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291662-B4F2-434D-B20D-80CB664D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DC559-A926-4216-B83D-EE52C92A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44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FBB713-B597-4515-A61D-C0152761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27040-E604-4A94-A7F0-50EEEF8D9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C0A98-4DDB-4D09-AE16-7821ACEE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79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0E51-5919-4775-BF07-C3299D329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4A28-45C4-41B0-91F2-7A0ED9F5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C744A-8B69-4834-8DD5-4D8D909FE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970CD-2B46-43FF-8027-094F2DD6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0B124-365E-4E01-85C7-1DCEAC5A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E441F-D877-40FA-B450-A5F16F66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87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034A-ED72-47C6-8419-0E6CAC23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71384-49A3-429A-B184-26E5F2174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D78C5-3F3C-4D96-A09F-C75BD202E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D6727-BFD5-43AA-9743-39BEEE65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FD7CE-425C-4704-81D3-31D565AD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123D4-FFE2-4717-B212-A2E6A2E6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03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D8286-189F-40E3-B3F2-46457DFC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D3D12-F35D-40EB-AA78-A0AF28767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02359-854E-4009-906D-419F2D3A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64CAE-823B-4351-BBCD-984EE1E4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28EEB-6BF1-4675-B977-5722ABBD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56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0EF82-4A78-45FF-BEB2-24601E0BB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D2295-9414-4ACB-B570-EAE061BDF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12CD-C4F9-4F1B-AEE3-56181931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3A1E-3456-4117-9E58-6907DFD24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E4A95-6B5D-4740-9EB6-E1C4F18A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020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EBD47-09AD-46C1-9B82-C7236A91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E0D1-091E-424C-A058-4A41B7C3E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9EC5C-285F-4699-9F5A-6E0362FD3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26CCF-C3E5-47D4-8F63-B2A8CDF642FB}" type="datetimeFigureOut">
              <a:rPr lang="en-GB" smtClean="0"/>
              <a:t>21/10/2022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C14C-65CE-4F90-A0C7-5C674B2EC4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5E9F-95F2-4539-88B8-A4C71DF7D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21C2A-F7CC-4E45-8DD2-3E0E12878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70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A748D7-AAEF-4C6B-8F8C-1E93E0790F72}"/>
              </a:ext>
            </a:extLst>
          </p:cNvPr>
          <p:cNvSpPr/>
          <p:nvPr/>
        </p:nvSpPr>
        <p:spPr>
          <a:xfrm>
            <a:off x="841977" y="1338461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Solids Dispenser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F9354B-DC53-41AF-8EDD-6FA7D7C3A7E8}"/>
              </a:ext>
            </a:extLst>
          </p:cNvPr>
          <p:cNvSpPr/>
          <p:nvPr/>
        </p:nvSpPr>
        <p:spPr>
          <a:xfrm>
            <a:off x="2422344" y="1338461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Liquid Dispenser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0B66E9-1DCB-4881-A7AB-F406D4A8E5E1}"/>
              </a:ext>
            </a:extLst>
          </p:cNvPr>
          <p:cNvSpPr/>
          <p:nvPr/>
        </p:nvSpPr>
        <p:spPr>
          <a:xfrm>
            <a:off x="841977" y="3539911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Heater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806329-0803-455D-8755-15BF7C246B99}"/>
              </a:ext>
            </a:extLst>
          </p:cNvPr>
          <p:cNvSpPr/>
          <p:nvPr/>
        </p:nvSpPr>
        <p:spPr>
          <a:xfrm>
            <a:off x="2422343" y="3539911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Mixer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94EC15-1BD8-4651-A3EE-ABCA5ACF911F}"/>
              </a:ext>
            </a:extLst>
          </p:cNvPr>
          <p:cNvSpPr/>
          <p:nvPr/>
        </p:nvSpPr>
        <p:spPr>
          <a:xfrm>
            <a:off x="1631117" y="2439186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Container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CEB5B1F-37FF-4476-BA94-BEC2A0EA343E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rot="16200000" flipH="1">
            <a:off x="1782213" y="1913875"/>
            <a:ext cx="261481" cy="789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6239D7A-8B2B-4A45-BF47-96BEA2DBA5D5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5400000">
            <a:off x="2572397" y="1912832"/>
            <a:ext cx="261481" cy="7912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91A2B63-2958-43E9-800E-6238E9086B97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rot="5400000" flipH="1" flipV="1">
            <a:off x="1782213" y="3014601"/>
            <a:ext cx="261481" cy="789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687363-2169-467D-A611-8B621DDEECF5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16200000" flipV="1">
            <a:off x="2572396" y="3013558"/>
            <a:ext cx="261481" cy="7912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B63EB20-219D-4091-8510-B9B216D1F6A7}"/>
              </a:ext>
            </a:extLst>
          </p:cNvPr>
          <p:cNvSpPr/>
          <p:nvPr/>
        </p:nvSpPr>
        <p:spPr>
          <a:xfrm>
            <a:off x="1631116" y="5333205"/>
            <a:ext cx="1352811" cy="8392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 Computer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6ED00FA-0807-4AEB-A0A0-E25BCF4A1A74}"/>
              </a:ext>
            </a:extLst>
          </p:cNvPr>
          <p:cNvSpPr/>
          <p:nvPr/>
        </p:nvSpPr>
        <p:spPr>
          <a:xfrm>
            <a:off x="583752" y="567052"/>
            <a:ext cx="3407079" cy="43465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509E902-E307-4B4D-8C92-A8DA01D177A8}"/>
              </a:ext>
            </a:extLst>
          </p:cNvPr>
          <p:cNvSpPr/>
          <p:nvPr/>
        </p:nvSpPr>
        <p:spPr>
          <a:xfrm>
            <a:off x="4782702" y="2439185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Container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9A67183-CD80-498D-8532-01BCE4859074}"/>
              </a:ext>
            </a:extLst>
          </p:cNvPr>
          <p:cNvSpPr/>
          <p:nvPr/>
        </p:nvSpPr>
        <p:spPr>
          <a:xfrm>
            <a:off x="4782700" y="1338459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Solids Dispenser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2DD3BB8-203F-4DA2-AA51-1F3247F38390}"/>
              </a:ext>
            </a:extLst>
          </p:cNvPr>
          <p:cNvSpPr/>
          <p:nvPr/>
        </p:nvSpPr>
        <p:spPr>
          <a:xfrm>
            <a:off x="4782701" y="3539910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Mixer</a:t>
            </a: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ACA9F29A-D534-42D6-88DE-6431BD943685}"/>
              </a:ext>
            </a:extLst>
          </p:cNvPr>
          <p:cNvCxnSpPr>
            <a:stCxn id="50" idx="2"/>
            <a:endCxn id="49" idx="0"/>
          </p:cNvCxnSpPr>
          <p:nvPr/>
        </p:nvCxnSpPr>
        <p:spPr>
          <a:xfrm rot="16200000" flipH="1">
            <a:off x="5328366" y="2308443"/>
            <a:ext cx="261482" cy="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FB12425-9CF4-43AC-8680-0EBC50F1C1A6}"/>
              </a:ext>
            </a:extLst>
          </p:cNvPr>
          <p:cNvCxnSpPr>
            <a:stCxn id="52" idx="0"/>
            <a:endCxn id="49" idx="2"/>
          </p:cNvCxnSpPr>
          <p:nvPr/>
        </p:nvCxnSpPr>
        <p:spPr>
          <a:xfrm rot="5400000" flipH="1" flipV="1">
            <a:off x="5328367" y="3409170"/>
            <a:ext cx="261481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5948F81-0053-4B65-9D95-7AD23ED3D70D}"/>
              </a:ext>
            </a:extLst>
          </p:cNvPr>
          <p:cNvCxnSpPr>
            <a:stCxn id="6" idx="3"/>
            <a:endCxn id="49" idx="1"/>
          </p:cNvCxnSpPr>
          <p:nvPr/>
        </p:nvCxnSpPr>
        <p:spPr>
          <a:xfrm flipV="1">
            <a:off x="2983928" y="2858807"/>
            <a:ext cx="179877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D27BAAC-689A-48C5-9B6E-E0362792894B}"/>
              </a:ext>
            </a:extLst>
          </p:cNvPr>
          <p:cNvSpPr/>
          <p:nvPr/>
        </p:nvSpPr>
        <p:spPr>
          <a:xfrm>
            <a:off x="6988358" y="547539"/>
            <a:ext cx="2081404" cy="43465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Filtering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AD2B33-53B3-4FAB-8620-3A0E47D6C8D3}"/>
              </a:ext>
            </a:extLst>
          </p:cNvPr>
          <p:cNvSpPr txBox="1"/>
          <p:nvPr/>
        </p:nvSpPr>
        <p:spPr>
          <a:xfrm>
            <a:off x="3098748" y="8635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39E3F64-F082-47C5-9352-47E6062D6AF9}"/>
              </a:ext>
            </a:extLst>
          </p:cNvPr>
          <p:cNvSpPr txBox="1"/>
          <p:nvPr/>
        </p:nvSpPr>
        <p:spPr>
          <a:xfrm>
            <a:off x="577355" y="13119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A189FE-932E-4F02-AA89-2FA709E33AAA}"/>
              </a:ext>
            </a:extLst>
          </p:cNvPr>
          <p:cNvSpPr txBox="1"/>
          <p:nvPr/>
        </p:nvSpPr>
        <p:spPr>
          <a:xfrm>
            <a:off x="1104236" y="21927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C3B8D0-36BC-4656-825C-27BD067698F7}"/>
              </a:ext>
            </a:extLst>
          </p:cNvPr>
          <p:cNvSpPr txBox="1"/>
          <p:nvPr/>
        </p:nvSpPr>
        <p:spPr>
          <a:xfrm>
            <a:off x="3268887" y="21723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B46B86-8E84-4CA8-B11B-2451357611D3}"/>
              </a:ext>
            </a:extLst>
          </p:cNvPr>
          <p:cNvSpPr txBox="1"/>
          <p:nvPr/>
        </p:nvSpPr>
        <p:spPr>
          <a:xfrm>
            <a:off x="1142070" y="31454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48294-DE19-49C3-872D-D38293047441}"/>
              </a:ext>
            </a:extLst>
          </p:cNvPr>
          <p:cNvSpPr txBox="1"/>
          <p:nvPr/>
        </p:nvSpPr>
        <p:spPr>
          <a:xfrm>
            <a:off x="3150934" y="31735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926A31-A0E3-4DFF-AEA9-B8B193A3C6AB}"/>
              </a:ext>
            </a:extLst>
          </p:cNvPr>
          <p:cNvSpPr txBox="1"/>
          <p:nvPr/>
        </p:nvSpPr>
        <p:spPr>
          <a:xfrm>
            <a:off x="1106551" y="44170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1108BD-4457-4B21-B0AC-E3D0D481E9AE}"/>
              </a:ext>
            </a:extLst>
          </p:cNvPr>
          <p:cNvSpPr txBox="1"/>
          <p:nvPr/>
        </p:nvSpPr>
        <p:spPr>
          <a:xfrm>
            <a:off x="3135266" y="44170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66E88FF-492A-460D-A3A7-B268125D552B}"/>
              </a:ext>
            </a:extLst>
          </p:cNvPr>
          <p:cNvSpPr txBox="1"/>
          <p:nvPr/>
        </p:nvSpPr>
        <p:spPr>
          <a:xfrm>
            <a:off x="3043445" y="25334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EC86E8-386F-44DD-8117-EFBA90E2A31A}"/>
              </a:ext>
            </a:extLst>
          </p:cNvPr>
          <p:cNvSpPr txBox="1"/>
          <p:nvPr/>
        </p:nvSpPr>
        <p:spPr>
          <a:xfrm>
            <a:off x="4136320" y="136360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81DF06-CF62-4227-AF67-86B5D54F58FB}"/>
              </a:ext>
            </a:extLst>
          </p:cNvPr>
          <p:cNvSpPr txBox="1"/>
          <p:nvPr/>
        </p:nvSpPr>
        <p:spPr>
          <a:xfrm>
            <a:off x="5477129" y="21072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997837-DF90-4C3D-A3CE-969152386973}"/>
              </a:ext>
            </a:extLst>
          </p:cNvPr>
          <p:cNvSpPr txBox="1"/>
          <p:nvPr/>
        </p:nvSpPr>
        <p:spPr>
          <a:xfrm>
            <a:off x="5477129" y="32245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51E2E0B-868B-42C9-8ECB-574760D7BA63}"/>
              </a:ext>
            </a:extLst>
          </p:cNvPr>
          <p:cNvSpPr txBox="1"/>
          <p:nvPr/>
        </p:nvSpPr>
        <p:spPr>
          <a:xfrm>
            <a:off x="4185873" y="360609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13</a:t>
            </a:r>
          </a:p>
        </p:txBody>
      </p: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B8A76880-8886-4D8F-BB82-CAE68264F4F8}"/>
              </a:ext>
            </a:extLst>
          </p:cNvPr>
          <p:cNvCxnSpPr>
            <a:cxnSpLocks/>
            <a:stCxn id="2" idx="1"/>
            <a:endCxn id="17" idx="1"/>
          </p:cNvCxnSpPr>
          <p:nvPr/>
        </p:nvCxnSpPr>
        <p:spPr>
          <a:xfrm rot="10800000" flipH="1" flipV="1">
            <a:off x="841976" y="1758083"/>
            <a:ext cx="789139" cy="3994744"/>
          </a:xfrm>
          <a:prstGeom prst="bentConnector3">
            <a:avLst>
              <a:gd name="adj1" fmla="val -6267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609BCBFE-2844-487F-A467-920AA53D5DAF}"/>
              </a:ext>
            </a:extLst>
          </p:cNvPr>
          <p:cNvCxnSpPr>
            <a:stCxn id="17" idx="0"/>
            <a:endCxn id="4" idx="2"/>
          </p:cNvCxnSpPr>
          <p:nvPr/>
        </p:nvCxnSpPr>
        <p:spPr>
          <a:xfrm rot="16200000" flipV="1">
            <a:off x="1435928" y="4461610"/>
            <a:ext cx="954050" cy="789139"/>
          </a:xfrm>
          <a:prstGeom prst="bentConnector3">
            <a:avLst>
              <a:gd name="adj1" fmla="val 6916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AD5CED20-186D-45DE-A89C-8CC1283F6232}"/>
              </a:ext>
            </a:extLst>
          </p:cNvPr>
          <p:cNvCxnSpPr>
            <a:stCxn id="17" idx="0"/>
            <a:endCxn id="5" idx="2"/>
          </p:cNvCxnSpPr>
          <p:nvPr/>
        </p:nvCxnSpPr>
        <p:spPr>
          <a:xfrm rot="5400000" flipH="1" flipV="1">
            <a:off x="2226110" y="4460567"/>
            <a:ext cx="954050" cy="791227"/>
          </a:xfrm>
          <a:prstGeom prst="bentConnector3">
            <a:avLst>
              <a:gd name="adj1" fmla="val 6916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FD62BB7E-6563-4C56-8E33-07464E2B4055}"/>
              </a:ext>
            </a:extLst>
          </p:cNvPr>
          <p:cNvCxnSpPr>
            <a:stCxn id="3" idx="0"/>
            <a:endCxn id="17" idx="1"/>
          </p:cNvCxnSpPr>
          <p:nvPr/>
        </p:nvCxnSpPr>
        <p:spPr>
          <a:xfrm rot="16200000" flipH="1" flipV="1">
            <a:off x="157750" y="2811827"/>
            <a:ext cx="4414366" cy="1467634"/>
          </a:xfrm>
          <a:prstGeom prst="bentConnector4">
            <a:avLst>
              <a:gd name="adj1" fmla="val -5179"/>
              <a:gd name="adj2" fmla="val 18694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FE855A4A-3E19-4BFA-9E48-E04D49FE54CB}"/>
              </a:ext>
            </a:extLst>
          </p:cNvPr>
          <p:cNvCxnSpPr>
            <a:stCxn id="52" idx="1"/>
            <a:endCxn id="17" idx="3"/>
          </p:cNvCxnSpPr>
          <p:nvPr/>
        </p:nvCxnSpPr>
        <p:spPr>
          <a:xfrm rot="10800000" flipV="1">
            <a:off x="2983927" y="3959531"/>
            <a:ext cx="1798774" cy="1793295"/>
          </a:xfrm>
          <a:prstGeom prst="bentConnector3">
            <a:avLst>
              <a:gd name="adj1" fmla="val 3428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46947E3-AFC5-4D0D-A7E6-493D54935EC4}"/>
              </a:ext>
            </a:extLst>
          </p:cNvPr>
          <p:cNvCxnSpPr>
            <a:stCxn id="50" idx="1"/>
            <a:endCxn id="17" idx="3"/>
          </p:cNvCxnSpPr>
          <p:nvPr/>
        </p:nvCxnSpPr>
        <p:spPr>
          <a:xfrm rot="10800000" flipV="1">
            <a:off x="2983928" y="1758081"/>
            <a:ext cx="1798773" cy="3994746"/>
          </a:xfrm>
          <a:prstGeom prst="bentConnector3">
            <a:avLst>
              <a:gd name="adj1" fmla="val 3428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F2A568F-AC50-42AF-B7C9-5618670A03BE}"/>
              </a:ext>
            </a:extLst>
          </p:cNvPr>
          <p:cNvSpPr/>
          <p:nvPr/>
        </p:nvSpPr>
        <p:spPr>
          <a:xfrm>
            <a:off x="7334634" y="2439185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Element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536E57B7-1053-4B45-A277-91812A089D27}"/>
              </a:ext>
            </a:extLst>
          </p:cNvPr>
          <p:cNvSpPr/>
          <p:nvPr/>
        </p:nvSpPr>
        <p:spPr>
          <a:xfrm>
            <a:off x="7334634" y="3544543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Container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682B3288-B5D6-4008-983A-B5F6D83480B7}"/>
              </a:ext>
            </a:extLst>
          </p:cNvPr>
          <p:cNvSpPr/>
          <p:nvPr/>
        </p:nvSpPr>
        <p:spPr>
          <a:xfrm>
            <a:off x="7334633" y="1338459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Unit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3BBB574-57DC-4CB6-AB1F-74BD5CF2E7C0}"/>
              </a:ext>
            </a:extLst>
          </p:cNvPr>
          <p:cNvCxnSpPr>
            <a:stCxn id="49" idx="3"/>
            <a:endCxn id="172" idx="1"/>
          </p:cNvCxnSpPr>
          <p:nvPr/>
        </p:nvCxnSpPr>
        <p:spPr>
          <a:xfrm>
            <a:off x="6135513" y="2858807"/>
            <a:ext cx="1199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279A7585-1F40-4668-B389-CC5B3EBDB983}"/>
              </a:ext>
            </a:extLst>
          </p:cNvPr>
          <p:cNvCxnSpPr>
            <a:stCxn id="172" idx="2"/>
            <a:endCxn id="173" idx="0"/>
          </p:cNvCxnSpPr>
          <p:nvPr/>
        </p:nvCxnSpPr>
        <p:spPr>
          <a:xfrm>
            <a:off x="8011040" y="3278429"/>
            <a:ext cx="0" cy="266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8C10135-3818-40B8-99F0-7DBF1A447DCF}"/>
              </a:ext>
            </a:extLst>
          </p:cNvPr>
          <p:cNvCxnSpPr>
            <a:stCxn id="174" idx="2"/>
            <a:endCxn id="172" idx="0"/>
          </p:cNvCxnSpPr>
          <p:nvPr/>
        </p:nvCxnSpPr>
        <p:spPr>
          <a:xfrm>
            <a:off x="8011039" y="2177703"/>
            <a:ext cx="1" cy="26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D87BF8E1-0A11-403F-9A1D-6819A5434F42}"/>
              </a:ext>
            </a:extLst>
          </p:cNvPr>
          <p:cNvCxnSpPr>
            <a:stCxn id="174" idx="1"/>
            <a:endCxn id="17" idx="3"/>
          </p:cNvCxnSpPr>
          <p:nvPr/>
        </p:nvCxnSpPr>
        <p:spPr>
          <a:xfrm rot="10800000" flipV="1">
            <a:off x="2983927" y="1758081"/>
            <a:ext cx="4350706" cy="3994746"/>
          </a:xfrm>
          <a:prstGeom prst="bentConnector3">
            <a:avLst>
              <a:gd name="adj1" fmla="val 1216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86CE940C-C7C9-4227-9EBE-775F80501BE8}"/>
              </a:ext>
            </a:extLst>
          </p:cNvPr>
          <p:cNvSpPr/>
          <p:nvPr/>
        </p:nvSpPr>
        <p:spPr>
          <a:xfrm>
            <a:off x="4535317" y="551410"/>
            <a:ext cx="2070723" cy="43465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Reaction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03BF34F-4EA9-422D-9F01-AF501984015D}"/>
              </a:ext>
            </a:extLst>
          </p:cNvPr>
          <p:cNvSpPr txBox="1"/>
          <p:nvPr/>
        </p:nvSpPr>
        <p:spPr>
          <a:xfrm>
            <a:off x="6133429" y="25416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14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342108A-1B4A-4863-BD22-80F14BB9E16C}"/>
              </a:ext>
            </a:extLst>
          </p:cNvPr>
          <p:cNvSpPr txBox="1"/>
          <p:nvPr/>
        </p:nvSpPr>
        <p:spPr>
          <a:xfrm>
            <a:off x="6937286" y="136360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7078852-AF1B-40AD-9DDA-DF9831D53E51}"/>
              </a:ext>
            </a:extLst>
          </p:cNvPr>
          <p:cNvSpPr txBox="1"/>
          <p:nvPr/>
        </p:nvSpPr>
        <p:spPr>
          <a:xfrm>
            <a:off x="8062112" y="21284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D8DBE61-FF98-4A6B-9CA1-BBFB1EB13E7F}"/>
              </a:ext>
            </a:extLst>
          </p:cNvPr>
          <p:cNvSpPr txBox="1"/>
          <p:nvPr/>
        </p:nvSpPr>
        <p:spPr>
          <a:xfrm>
            <a:off x="8042291" y="32367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FB31DF9-A751-4C3A-9B43-AD24F5322370}"/>
              </a:ext>
            </a:extLst>
          </p:cNvPr>
          <p:cNvSpPr txBox="1"/>
          <p:nvPr/>
        </p:nvSpPr>
        <p:spPr>
          <a:xfrm>
            <a:off x="8692646" y="362782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18</a:t>
            </a:r>
          </a:p>
        </p:txBody>
      </p: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927739E9-D412-43AC-A2FA-9F7F2C92B57C}"/>
              </a:ext>
            </a:extLst>
          </p:cNvPr>
          <p:cNvSpPr/>
          <p:nvPr/>
        </p:nvSpPr>
        <p:spPr>
          <a:xfrm>
            <a:off x="9897355" y="2441729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Filtrate Dispenser</a:t>
            </a: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433A1E5A-78F4-4552-A9EB-11C1C445F850}"/>
              </a:ext>
            </a:extLst>
          </p:cNvPr>
          <p:cNvSpPr/>
          <p:nvPr/>
        </p:nvSpPr>
        <p:spPr>
          <a:xfrm>
            <a:off x="9919322" y="1341005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Acid Dispenser</a:t>
            </a:r>
          </a:p>
        </p:txBody>
      </p:sp>
      <p:sp>
        <p:nvSpPr>
          <p:cNvPr id="284" name="Rectangle: Rounded Corners 283">
            <a:extLst>
              <a:ext uri="{FF2B5EF4-FFF2-40B4-BE49-F238E27FC236}">
                <a16:creationId xmlns:a16="http://schemas.microsoft.com/office/drawing/2014/main" id="{143C3EF3-6262-47EA-8AF5-9A3F749C8FAF}"/>
              </a:ext>
            </a:extLst>
          </p:cNvPr>
          <p:cNvSpPr/>
          <p:nvPr/>
        </p:nvSpPr>
        <p:spPr>
          <a:xfrm>
            <a:off x="9521629" y="547539"/>
            <a:ext cx="2081404" cy="434653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Dilution</a:t>
            </a:r>
          </a:p>
        </p:txBody>
      </p: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CFCB21D0-597C-4A1F-9A63-7970A23BFF91}"/>
              </a:ext>
            </a:extLst>
          </p:cNvPr>
          <p:cNvCxnSpPr>
            <a:stCxn id="283" idx="1"/>
            <a:endCxn id="17" idx="3"/>
          </p:cNvCxnSpPr>
          <p:nvPr/>
        </p:nvCxnSpPr>
        <p:spPr>
          <a:xfrm rot="10800000" flipV="1">
            <a:off x="2983928" y="1760627"/>
            <a:ext cx="6935395" cy="3992200"/>
          </a:xfrm>
          <a:prstGeom prst="bentConnector3">
            <a:avLst>
              <a:gd name="adj1" fmla="val 8529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: Elbow 289">
            <a:extLst>
              <a:ext uri="{FF2B5EF4-FFF2-40B4-BE49-F238E27FC236}">
                <a16:creationId xmlns:a16="http://schemas.microsoft.com/office/drawing/2014/main" id="{4E3E6B74-B128-44B9-A031-ACAA0BACBAA2}"/>
              </a:ext>
            </a:extLst>
          </p:cNvPr>
          <p:cNvCxnSpPr>
            <a:stCxn id="280" idx="0"/>
            <a:endCxn id="17" idx="3"/>
          </p:cNvCxnSpPr>
          <p:nvPr/>
        </p:nvCxnSpPr>
        <p:spPr>
          <a:xfrm rot="16200000" flipH="1" flipV="1">
            <a:off x="5123295" y="302361"/>
            <a:ext cx="3311098" cy="7589834"/>
          </a:xfrm>
          <a:prstGeom prst="bentConnector4">
            <a:avLst>
              <a:gd name="adj1" fmla="val -5398"/>
              <a:gd name="adj2" fmla="val 1634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: Elbow 297">
            <a:extLst>
              <a:ext uri="{FF2B5EF4-FFF2-40B4-BE49-F238E27FC236}">
                <a16:creationId xmlns:a16="http://schemas.microsoft.com/office/drawing/2014/main" id="{E1E23789-105C-421F-B938-516A90D56A11}"/>
              </a:ext>
            </a:extLst>
          </p:cNvPr>
          <p:cNvCxnSpPr>
            <a:cxnSpLocks/>
            <a:stCxn id="173" idx="3"/>
            <a:endCxn id="280" idx="1"/>
          </p:cNvCxnSpPr>
          <p:nvPr/>
        </p:nvCxnSpPr>
        <p:spPr>
          <a:xfrm flipV="1">
            <a:off x="8687445" y="2861351"/>
            <a:ext cx="1209910" cy="1102814"/>
          </a:xfrm>
          <a:prstGeom prst="bentConnector3">
            <a:avLst>
              <a:gd name="adj1" fmla="val 4175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33DCE6C8-B291-4E98-ADDB-34FA726FB2E7}"/>
              </a:ext>
            </a:extLst>
          </p:cNvPr>
          <p:cNvSpPr/>
          <p:nvPr/>
        </p:nvSpPr>
        <p:spPr>
          <a:xfrm>
            <a:off x="9897355" y="3544066"/>
            <a:ext cx="1352811" cy="8392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Sample Container</a:t>
            </a: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D8F72FE0-DD61-4CFB-9360-810BBDE4A48E}"/>
              </a:ext>
            </a:extLst>
          </p:cNvPr>
          <p:cNvCxnSpPr>
            <a:stCxn id="280" idx="2"/>
            <a:endCxn id="301" idx="0"/>
          </p:cNvCxnSpPr>
          <p:nvPr/>
        </p:nvCxnSpPr>
        <p:spPr>
          <a:xfrm>
            <a:off x="10573761" y="3280973"/>
            <a:ext cx="0" cy="26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: Elbow 305">
            <a:extLst>
              <a:ext uri="{FF2B5EF4-FFF2-40B4-BE49-F238E27FC236}">
                <a16:creationId xmlns:a16="http://schemas.microsoft.com/office/drawing/2014/main" id="{74DC07FC-28F4-4678-954E-029E59DFE192}"/>
              </a:ext>
            </a:extLst>
          </p:cNvPr>
          <p:cNvCxnSpPr>
            <a:stCxn id="283" idx="3"/>
            <a:endCxn id="301" idx="3"/>
          </p:cNvCxnSpPr>
          <p:nvPr/>
        </p:nvCxnSpPr>
        <p:spPr>
          <a:xfrm flipH="1">
            <a:off x="11250166" y="1760627"/>
            <a:ext cx="21967" cy="2203061"/>
          </a:xfrm>
          <a:prstGeom prst="bentConnector3">
            <a:avLst>
              <a:gd name="adj1" fmla="val -8136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TextBox 307">
            <a:extLst>
              <a:ext uri="{FF2B5EF4-FFF2-40B4-BE49-F238E27FC236}">
                <a16:creationId xmlns:a16="http://schemas.microsoft.com/office/drawing/2014/main" id="{414ADB7A-FEFA-49D5-94F9-777E6058CC7E}"/>
              </a:ext>
            </a:extLst>
          </p:cNvPr>
          <p:cNvSpPr txBox="1"/>
          <p:nvPr/>
        </p:nvSpPr>
        <p:spPr>
          <a:xfrm>
            <a:off x="9507129" y="13703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19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67CB8A64-07D1-46C8-A904-E318147C4CCC}"/>
              </a:ext>
            </a:extLst>
          </p:cNvPr>
          <p:cNvSpPr txBox="1"/>
          <p:nvPr/>
        </p:nvSpPr>
        <p:spPr>
          <a:xfrm>
            <a:off x="9510729" y="250064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009041D8-7836-4084-8800-037E532EF747}"/>
              </a:ext>
            </a:extLst>
          </p:cNvPr>
          <p:cNvSpPr txBox="1"/>
          <p:nvPr/>
        </p:nvSpPr>
        <p:spPr>
          <a:xfrm>
            <a:off x="10606924" y="21237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21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BF5B2A72-598B-4DB6-ABF0-F40DD8CF747D}"/>
              </a:ext>
            </a:extLst>
          </p:cNvPr>
          <p:cNvSpPr txBox="1"/>
          <p:nvPr/>
        </p:nvSpPr>
        <p:spPr>
          <a:xfrm>
            <a:off x="10624833" y="32367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22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080FC67-13F0-4D34-82A4-97FCCB7DAE36}"/>
              </a:ext>
            </a:extLst>
          </p:cNvPr>
          <p:cNvSpPr txBox="1"/>
          <p:nvPr/>
        </p:nvSpPr>
        <p:spPr>
          <a:xfrm>
            <a:off x="11251122" y="1398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070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Manfredi-Haylock, Enrico</dc:creator>
  <cp:lastModifiedBy>Manfredi-Haylock, Enrico</cp:lastModifiedBy>
  <cp:revision>1</cp:revision>
  <dcterms:created xsi:type="dcterms:W3CDTF">2022-10-21T15:46:01Z</dcterms:created>
  <dcterms:modified xsi:type="dcterms:W3CDTF">2022-10-21T17:20:06Z</dcterms:modified>
</cp:coreProperties>
</file>